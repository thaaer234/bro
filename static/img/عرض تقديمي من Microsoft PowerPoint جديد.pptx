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Y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>
        <p:scale>
          <a:sx n="400" d="100"/>
          <a:sy n="400" d="100"/>
        </p:scale>
        <p:origin x="-10314" y="-4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62BC5A7-62F5-266C-270F-F0144F63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EF20991B-A91D-1248-3520-98C5F199F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EB9AF1B-516B-C8BA-BE3F-6A96B088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046DC76-5DF1-3C88-4B15-6A2E163F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169889B-9EED-581D-E424-A2C46B24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0311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8BEA87E-FE80-4DE1-2F49-3F8270D7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2B3688A-D77A-0FB6-2977-962CCDA19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106BE12-4BF2-092B-59B2-758062CE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FC9AD05-CE57-CD68-0DBF-8D003772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A387D23-A04F-535E-DE9C-45004F73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92120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EBC3430-F27B-BBE8-7A72-9228DA57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BD53D1F-46F8-6A73-72A3-E656A731F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2A55D77-0E2A-6753-2303-D49D46350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7E5C215-E0DD-5AD3-AC9B-C32D6088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174AE42-AC41-5AC8-9EE0-08F8C605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84507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48AC691-3905-C767-5355-1F2CAB2B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B5A7D97-CE27-96CF-7E7F-C8412E217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377A4436-6186-C4E6-1125-14B4C5C72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37017210-D019-1B6B-B5C0-63FA230A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75AA5F8-A3BC-D0B8-8C9B-73420A879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2CDB245-24DD-AC12-575F-EFB15AE06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953648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E2AB665-A3DB-14BC-9946-85E38F26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E97B2E1-0DDC-4F4D-6617-33B742717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D4296567-AF31-0F41-84FA-23E2DB082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68FB7956-C845-08A5-2B8E-720F83F5C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82C48ABB-1F83-0341-C344-2106EA499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98F74B59-89D5-4FD1-91D6-BDDC32D0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46B61187-F156-2734-2F20-23778ADE7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1153CCA7-8A05-562A-F538-498CC76E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70525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2F76B38-336A-FC58-D315-F917E481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0C92A676-6663-2F7C-98EA-5FAA918F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FB620302-6268-F8FA-4A08-CD55B040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5BB60003-EE26-DB66-A8F1-7BD3C859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42331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E27B7CF6-2BD2-1A22-41B6-E1F79D15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6F8D7FD8-9ECC-20A0-7B70-A0C56EE4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7DB2427-8F1E-9768-3CAB-ACDA5B18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54423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D33E39-F721-FCDD-81C6-E136D69B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83197B3-8417-9D3D-AFB8-0649B4B56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4DFAA20-7978-5F67-3F31-7CFAEC9FD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4BB13D3C-6937-945D-11DA-C3D5E5BF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5E780F3F-C4AA-FA8D-AB26-0509DC6D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F77AC15A-6D58-D088-D0E6-AF00EDF1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63688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2559AEE-F743-B0C5-A41F-77AEA1E0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028A72E2-1504-981C-D96E-A03014BAF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Y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04836743-2F8D-388C-0A3F-47328B3BE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0E7845D-55B5-E59A-B6F3-7D30B79D4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4A3E2EE-40AD-0124-E95F-91728D61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4E6F4F3-7302-9622-D971-48EFE618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00231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8B8D028-D215-D7A6-602E-C229225A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67E3B6C4-17CF-FEDB-E117-23E6E27E7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FF989AC-5002-01C8-317B-A431C252C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0B0EEDB-0600-6A79-367A-2E0283C10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97D508D-BB53-2DD0-D2F5-83B21DBA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63550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7F50F5AF-F855-52AB-3331-BCAFD32ED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351BA7F6-634A-D57D-2260-8ECEE9F3B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C24BD0B-F324-73DF-C77A-EBE9EB54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6D38642-118A-5047-3577-CA39DF6E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267A335-62A4-7001-2A0C-80D4B3B5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343794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D0B4778F-C46B-FE13-3A79-A88DD717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SY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0A76DB3-BE48-F610-F3AA-B24C09437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SY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7F4B1DF-8488-9944-8532-040AD5193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4EDF8-9C7C-4EC8-A843-CE23F1AC49AB}" type="datetimeFigureOut">
              <a:rPr lang="ar-SY" smtClean="0"/>
              <a:t>10/01/1448</a:t>
            </a:fld>
            <a:endParaRPr lang="ar-SY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C99EEB6-7F64-D857-E49B-76A737487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Y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5DF2B24-D741-D7BE-A4F9-AF2E92556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88A51-6BE9-49A0-9A95-6D56E6B5652F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2260194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Y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6584C5C9-0354-4522-6553-7CBAA1FBA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062" y="3826668"/>
            <a:ext cx="1295400" cy="581025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D848D4F5-CAE4-7065-A3E9-7661B0316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077" y="1620264"/>
            <a:ext cx="1600200" cy="409575"/>
          </a:xfrm>
          <a:prstGeom prst="rect">
            <a:avLst/>
          </a:prstGeom>
        </p:spPr>
      </p:pic>
      <p:grpSp>
        <p:nvGrpSpPr>
          <p:cNvPr id="13" name="مجموعة 12">
            <a:extLst>
              <a:ext uri="{FF2B5EF4-FFF2-40B4-BE49-F238E27FC236}">
                <a16:creationId xmlns:a16="http://schemas.microsoft.com/office/drawing/2014/main" id="{646393E1-BD17-76C7-C5B5-C0AED46D866F}"/>
              </a:ext>
            </a:extLst>
          </p:cNvPr>
          <p:cNvGrpSpPr/>
          <p:nvPr/>
        </p:nvGrpSpPr>
        <p:grpSpPr>
          <a:xfrm>
            <a:off x="4971084" y="2056981"/>
            <a:ext cx="1674243" cy="413780"/>
            <a:chOff x="4979195" y="1590993"/>
            <a:chExt cx="1674243" cy="413780"/>
          </a:xfrm>
        </p:grpSpPr>
        <p:pic>
          <p:nvPicPr>
            <p:cNvPr id="7" name="صورة 6">
              <a:extLst>
                <a:ext uri="{FF2B5EF4-FFF2-40B4-BE49-F238E27FC236}">
                  <a16:creationId xmlns:a16="http://schemas.microsoft.com/office/drawing/2014/main" id="{CD125C88-94FD-DADB-4D32-BE7FAA17D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87" t="58224" r="14344" b="27384"/>
            <a:stretch>
              <a:fillRect/>
            </a:stretch>
          </p:blipFill>
          <p:spPr>
            <a:xfrm>
              <a:off x="5490262" y="1709074"/>
              <a:ext cx="1163176" cy="231954"/>
            </a:xfrm>
            <a:prstGeom prst="rect">
              <a:avLst/>
            </a:prstGeom>
          </p:spPr>
        </p:pic>
        <p:pic>
          <p:nvPicPr>
            <p:cNvPr id="12" name="صورة 11">
              <a:extLst>
                <a:ext uri="{FF2B5EF4-FFF2-40B4-BE49-F238E27FC236}">
                  <a16:creationId xmlns:a16="http://schemas.microsoft.com/office/drawing/2014/main" id="{D3DC89D9-17A2-87F7-4930-ADB1AD4C4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36" t="20765" r="28506" b="43443"/>
            <a:stretch>
              <a:fillRect/>
            </a:stretch>
          </p:blipFill>
          <p:spPr>
            <a:xfrm>
              <a:off x="4979195" y="1590993"/>
              <a:ext cx="538228" cy="413780"/>
            </a:xfrm>
            <a:prstGeom prst="rect">
              <a:avLst/>
            </a:prstGeom>
          </p:spPr>
        </p:pic>
      </p:grpSp>
      <p:grpSp>
        <p:nvGrpSpPr>
          <p:cNvPr id="16" name="مجموعة 15">
            <a:extLst>
              <a:ext uri="{FF2B5EF4-FFF2-40B4-BE49-F238E27FC236}">
                <a16:creationId xmlns:a16="http://schemas.microsoft.com/office/drawing/2014/main" id="{C7B0E515-7D7C-D53A-AE8F-A98921657A74}"/>
              </a:ext>
            </a:extLst>
          </p:cNvPr>
          <p:cNvGrpSpPr/>
          <p:nvPr/>
        </p:nvGrpSpPr>
        <p:grpSpPr>
          <a:xfrm>
            <a:off x="6248913" y="3252872"/>
            <a:ext cx="1369072" cy="602372"/>
            <a:chOff x="5463101" y="3117140"/>
            <a:chExt cx="1369072" cy="602372"/>
          </a:xfrm>
        </p:grpSpPr>
        <p:pic>
          <p:nvPicPr>
            <p:cNvPr id="11" name="صورة 10">
              <a:extLst>
                <a:ext uri="{FF2B5EF4-FFF2-40B4-BE49-F238E27FC236}">
                  <a16:creationId xmlns:a16="http://schemas.microsoft.com/office/drawing/2014/main" id="{1F6B9D94-5F1E-8005-B744-1F5A76C38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33" t="79125" r="19889" b="5356"/>
            <a:stretch>
              <a:fillRect/>
            </a:stretch>
          </p:blipFill>
          <p:spPr>
            <a:xfrm>
              <a:off x="5910665" y="3303220"/>
              <a:ext cx="921508" cy="339164"/>
            </a:xfrm>
            <a:prstGeom prst="rect">
              <a:avLst/>
            </a:prstGeom>
          </p:spPr>
        </p:pic>
        <p:pic>
          <p:nvPicPr>
            <p:cNvPr id="14" name="صورة 13">
              <a:extLst>
                <a:ext uri="{FF2B5EF4-FFF2-40B4-BE49-F238E27FC236}">
                  <a16:creationId xmlns:a16="http://schemas.microsoft.com/office/drawing/2014/main" id="{6E9FFD86-CB48-D421-8C9F-9D2CBAED2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08" t="6612" r="11660" b="19945"/>
            <a:stretch>
              <a:fillRect/>
            </a:stretch>
          </p:blipFill>
          <p:spPr>
            <a:xfrm>
              <a:off x="5463101" y="3117140"/>
              <a:ext cx="447564" cy="6023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3902901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0</Words>
  <Application>Microsoft Office PowerPoint</Application>
  <PresentationFormat>شاشة عريضة</PresentationFormat>
  <Paragraphs>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نسق Office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thaaer almasre</dc:creator>
  <cp:lastModifiedBy>thaaer almasre</cp:lastModifiedBy>
  <cp:revision>1</cp:revision>
  <dcterms:created xsi:type="dcterms:W3CDTF">2026-06-25T01:04:06Z</dcterms:created>
  <dcterms:modified xsi:type="dcterms:W3CDTF">2026-06-25T04:29:54Z</dcterms:modified>
</cp:coreProperties>
</file>